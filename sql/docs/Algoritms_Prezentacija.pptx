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E‑komercijas produktu meklēšanas sistēma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Algoritma izvēle, implementācija, kompleksitāte un testēšana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Algoritma izvēle un pamatojums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Izvēle: inverted index (Meilisearch) tekstu meklēšanai + SQL indeksi filtriem</a:t>
            </a:r>
          </a:p>
          <a:p>
            <a:r>
              <a:t>Redis kešatmiņa populāriem vaicājumiem un terminiem</a:t>
            </a:r>
          </a:p>
          <a:p>
            <a:r>
              <a:t>Trie/edge‑ngrams auto‑complete funkcijai (Meilisearch iestatījumi)</a:t>
            </a:r>
          </a:p>
          <a:p>
            <a:r>
              <a:t>Atbilst prasībām:</a:t>
            </a:r>
          </a:p>
          <a:p>
            <a:pPr lvl="1"/>
            <a:r>
              <a:t>Ātra meklēšana ar typo tolerance un relevance</a:t>
            </a:r>
          </a:p>
          <a:p>
            <a:pPr lvl="1"/>
            <a:r>
              <a:t>Filtri: kategorija, zīmols, pieejamība, cenu diapazons</a:t>
            </a:r>
          </a:p>
          <a:p>
            <a:pPr lvl="1"/>
            <a:r>
              <a:t>Kārtošana: relevance, cena, reitings, popularitāte, datums</a:t>
            </a:r>
          </a:p>
          <a:p>
            <a:pPr lvl="1"/>
            <a:r>
              <a:t>Mērogojamība līdz 1M+ produktiem</a:t>
            </a:r>
          </a:p>
          <a:p>
            <a:r>
              <a:t>Salīdzinājums ar alternatīvām:</a:t>
            </a:r>
          </a:p>
          <a:p>
            <a:pPr lvl="1"/>
            <a:r>
              <a:t>SQL LIKE/ILIKE: lēns pie 1M+ ierakstu</a:t>
            </a:r>
          </a:p>
          <a:p>
            <a:pPr lvl="1"/>
            <a:r>
              <a:t>Lineāra meklēšana O(n): neatbilst veiktspējai</a:t>
            </a:r>
          </a:p>
          <a:p>
            <a:pPr lvl="1"/>
            <a:r>
              <a:t>Tikai SQL full‑text: grūtāk realizēt typo tolerance/auto‑complete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Algoritma implementācija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Node.js + Express + PostgreSQL + Prisma</a:t>
            </a:r>
          </a:p>
          <a:p>
            <a:r>
              <a:t>Meklēšana: Meilisearch indekss (name, description, cpu, gpu)</a:t>
            </a:r>
          </a:p>
          <a:p>
            <a:r>
              <a:t>Filtri/sort: Meilisearch filterable/sortable atribūti</a:t>
            </a:r>
          </a:p>
          <a:p>
            <a:r>
              <a:t>Kešatmiņa: Redis (popularie termini, karstie vaicājumi)</a:t>
            </a:r>
          </a:p>
          <a:p>
            <a:r>
              <a:t>API: /api/products, /api/search/suggest, /api/search/popular</a:t>
            </a:r>
          </a:p>
          <a:p>
            <a:r>
              <a:t>UI: filtri, kārtošana, auto‑complete, rezultātu čipi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Kompleksitātes analīze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Teksta meklēšana (inverted index): O(k + r)</a:t>
            </a:r>
          </a:p>
          <a:p>
            <a:r>
              <a:t>Filtri ar indeksiem: O(log n)</a:t>
            </a:r>
          </a:p>
          <a:p>
            <a:r>
              <a:t>Cenu diapazons: O(log n)</a:t>
            </a:r>
          </a:p>
          <a:p>
            <a:r>
              <a:t>Auto‑complete (trie/edge‑ngrams): O(m)</a:t>
            </a:r>
          </a:p>
          <a:p>
            <a:r>
              <a:t>Scenāriji:</a:t>
            </a:r>
          </a:p>
          <a:p>
            <a:pPr lvl="1"/>
            <a:r>
              <a:t>Labākais: kešatmiņas hits (O(1) + tīkls)</a:t>
            </a:r>
          </a:p>
          <a:p>
            <a:pPr lvl="1"/>
            <a:r>
              <a:t>Vidējais: indeksēta meklēšana ar filtriem</a:t>
            </a:r>
          </a:p>
          <a:p>
            <a:pPr lvl="1"/>
            <a:r>
              <a:t>Sliktākais: daudz rezultātu + sarežģīti filtri</a:t>
            </a:r>
          </a:p>
          <a:p>
            <a:r>
              <a:t>Atbilst NFR: p95 &lt; 200 ms, mērogošana 1M+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Testēšana un novērtēšana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Testa dati: ≥ 10K produktu (seed + ģenerators)</a:t>
            </a:r>
          </a:p>
          <a:p>
            <a:r>
              <a:t>Veiktspēja: autocannon (100+ concurrent)</a:t>
            </a:r>
          </a:p>
          <a:p>
            <a:r>
              <a:t>Mērījumi: p50/p95 latency, throughput, error rate</a:t>
            </a:r>
          </a:p>
          <a:p>
            <a:r>
              <a:t>Precizitāte: relevance/recall (manuāls vai testu komplekts)</a:t>
            </a:r>
          </a:p>
          <a:p>
            <a:r>
              <a:t>Rezultātu dokumentācija: grafiki + secinājumi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Iesniegšanas prasības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Algoritma implementācija izvēlētajā valodā</a:t>
            </a:r>
          </a:p>
          <a:p>
            <a:r>
              <a:t>Dokumentācija ar algoritma aprakstu un analīzi</a:t>
            </a:r>
          </a:p>
          <a:p>
            <a:r>
              <a:t>Testa rezultāti ar mērījumiem un secinājumiem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Testu rezultāti (reāli mērījumi)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Testa dati: 10 024 produkti (ģenerēti + sākotnējie)</a:t>
            </a:r>
          </a:p>
          <a:p>
            <a:r>
              <a:t>Slodzes tests: autocannon, 100 concurrent, 20s</a:t>
            </a:r>
          </a:p>
          <a:p>
            <a:r>
              <a:t>Latence: p50 = 19 ms, p99 = 31 ms, avg = 19.99 ms, max = 327 ms</a:t>
            </a:r>
          </a:p>
          <a:p>
            <a:r>
              <a:t>Caurlaide: avg = 4 881 req/s (p50 = 5 023 req/s)</a:t>
            </a:r>
          </a:p>
          <a:p>
            <a:r>
              <a:t>Kļūdas: 0% (20 paraugi)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