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E-komercijas meklēšanas sistēma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Projekta prezentācija • 2026-03-04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Mērķis un prasības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Uzdevums: izveidot produktu meklēšanu ar filtriem un augstu veiktspēju</a:t>
            </a:r>
          </a:p>
          <a:p>
            <a:pPr>
              <a:defRPr sz="2000"/>
            </a:pPr>
            <a:r>
              <a:t>Funkcionāli: teksts, kategorija, cena, zīmols, pieejamība, kārtošana, autocomplete</a:t>
            </a:r>
          </a:p>
          <a:p>
            <a:pPr>
              <a:defRPr sz="2000"/>
            </a:pPr>
            <a:r>
              <a:t>Nefunkcionāli: &lt;200ms, 1000+ concurrency, mērogojamība, RAM/indeksa kontrole</a:t>
            </a:r>
          </a:p>
          <a:p>
            <a:pPr>
              <a:defRPr sz="2000"/>
            </a:pPr>
            <a:r>
              <a:t>Iesniegums: implementācija + analīze + testu rezultāti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Arhitektūra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Backend: Node.js/Express + Prisma + PostgreSQL</a:t>
            </a:r>
          </a:p>
          <a:p>
            <a:pPr>
              <a:defRPr sz="2000"/>
            </a:pPr>
            <a:r>
              <a:t>Search slānis: Meilisearch (ja pieejams) ar SQL fallback</a:t>
            </a:r>
          </a:p>
          <a:p>
            <a:pPr>
              <a:defRPr sz="2000"/>
            </a:pPr>
            <a:r>
              <a:t>Cache: Redis (ja pieejams) + lokāls TTL cache</a:t>
            </a:r>
          </a:p>
          <a:p>
            <a:pPr>
              <a:defRPr sz="2000"/>
            </a:pPr>
            <a:r>
              <a:t>Frontend: statisks UI ar filtru paneli un autocomplete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Algoritma izvēle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Izvēle: invertētais indekss + BM25 + typo tolerance (Meilisearch)</a:t>
            </a:r>
          </a:p>
          <a:p>
            <a:pPr>
              <a:defRPr sz="2000"/>
            </a:pPr>
            <a:r>
              <a:t>Pamatojums: relevance, ātrums, filtri un kārtošana vienā dzinējā</a:t>
            </a:r>
          </a:p>
          <a:p>
            <a:pPr>
              <a:defRPr sz="2000"/>
            </a:pPr>
            <a:r>
              <a:t>Fallback: SQL tokenu meklēšana un indeksēti filtri</a:t>
            </a:r>
          </a:p>
          <a:p>
            <a:pPr>
              <a:defRPr sz="2000"/>
            </a:pPr>
            <a:r>
              <a:t>Secinājums: hibrīdpieeja nodrošina robustumu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Alternatīvu salīdzinājums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SQL contains/ILIKE: vienkārši, bet vājāks fuzzy/relevance lielā slodzē</a:t>
            </a:r>
          </a:p>
          <a:p>
            <a:pPr>
              <a:defRPr sz="2000"/>
            </a:pPr>
            <a:r>
              <a:t>PostgreSQL FTS: spēcīgi, bet vairāk tuninga un typo kompromisi</a:t>
            </a:r>
          </a:p>
          <a:p>
            <a:pPr>
              <a:defRPr sz="2000"/>
            </a:pPr>
            <a:r>
              <a:t>Trie/prefix tree: labs autocomplete, vājš kombinētai full search</a:t>
            </a:r>
          </a:p>
          <a:p>
            <a:pPr>
              <a:defRPr sz="2000"/>
            </a:pPr>
            <a:r>
              <a:t>Izvēlēta pieeja dod labāko kompromisu prasībām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Kompleksitātes analīze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Meili meklēšana (tipiski): O(T + M log M) + O(K) atgriešanai</a:t>
            </a:r>
          </a:p>
          <a:p>
            <a:pPr>
              <a:defRPr sz="2000"/>
            </a:pPr>
            <a:r>
              <a:t>SQL fallback bez FTS: sliktākajā gadījumā tuvojas O(N·T)</a:t>
            </a:r>
          </a:p>
          <a:p>
            <a:pPr>
              <a:defRPr sz="2000"/>
            </a:pPr>
            <a:r>
              <a:t>Telpa: indeksi + kešatmiņa pret latentuma ieguvumu</a:t>
            </a:r>
          </a:p>
          <a:p>
            <a:pPr>
              <a:defRPr sz="2000"/>
            </a:pPr>
            <a:r>
              <a:t>Praksē: p95 mērījumi apstiprina prasību izpildi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Implementācijas soļi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1) Datu modelis un indeksēti filtri (Prisma/Product)</a:t>
            </a:r>
          </a:p>
          <a:p>
            <a:pPr>
              <a:defRPr sz="2000"/>
            </a:pPr>
            <a:r>
              <a:t>2) API /api/products ar validāciju un kārtošanu</a:t>
            </a:r>
          </a:p>
          <a:p>
            <a:pPr>
              <a:defRPr sz="2000"/>
            </a:pPr>
            <a:r>
              <a:t>3) Autocomplete /api/search/suggest + popular termini</a:t>
            </a:r>
          </a:p>
          <a:p>
            <a:pPr>
              <a:defRPr sz="2000"/>
            </a:pPr>
            <a:r>
              <a:t>4) Fallback loģika Meili/Redis nepieejamībai</a:t>
            </a:r>
          </a:p>
          <a:p>
            <a:pPr>
              <a:defRPr sz="2000"/>
            </a:pPr>
            <a:r>
              <a:t>5) Request coalescing un lokālais cache p95 optimizācijai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Funkcionālā pilnība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Teksta meklēšana nosaukumos/aprakstos: izpildīta</a:t>
            </a:r>
          </a:p>
          <a:p>
            <a:pPr>
              <a:defRPr sz="2000"/>
            </a:pPr>
            <a:r>
              <a:t>Filtri: kategorija, cena, zīmols, pieejamība: izpildīti</a:t>
            </a:r>
          </a:p>
          <a:p>
            <a:pPr>
              <a:defRPr sz="2000"/>
            </a:pPr>
            <a:r>
              <a:t>Kārtošana: relevance, cena, reitings, popularity, newest</a:t>
            </a:r>
          </a:p>
          <a:p>
            <a:pPr>
              <a:defRPr sz="2000"/>
            </a:pPr>
            <a:r>
              <a:t>Autocomplete + typo tolerance: izpildīts (Meili) + SQL fallback</a:t>
            </a:r>
          </a:p>
          <a:p>
            <a:pPr>
              <a:defRPr sz="2000"/>
            </a:pPr>
            <a:r>
              <a:t>Funkcionālā sadaļa: 21/21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Testa dati un metodika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Ģenerēti 10,024 produkti (&gt;=10K prasība)</a:t>
            </a:r>
          </a:p>
          <a:p>
            <a:pPr>
              <a:defRPr sz="2000"/>
            </a:pPr>
            <a:r>
              <a:t>Precizitātes tests: Precision@10 uz 10 vaicājumiem, 20 iterācijas</a:t>
            </a:r>
          </a:p>
          <a:p>
            <a:pPr>
              <a:defRPr sz="2000"/>
            </a:pPr>
            <a:r>
              <a:t>Veiktspēja: autocannon 100 un 1000 concurrent scenāriji</a:t>
            </a:r>
          </a:p>
          <a:p>
            <a:pPr>
              <a:defRPr sz="2000"/>
            </a:pPr>
            <a:r>
              <a:t>Resursi: DB data/index izmēri + lineāra projekcija uz 100K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Precizitātes rezultāti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SQL: Precision@10 = 0.90</a:t>
            </a:r>
          </a:p>
          <a:p>
            <a:pPr>
              <a:defRPr sz="2000"/>
            </a:pPr>
            <a:r>
              <a:t>SQL latentums: p50=4.47ms, p95=39.39ms</a:t>
            </a:r>
          </a:p>
          <a:p>
            <a:pPr>
              <a:defRPr sz="2000"/>
            </a:pPr>
            <a:r>
              <a:t>Vājākais vaicājums: preorder (datu semantikas īpatnība)</a:t>
            </a:r>
          </a:p>
          <a:p>
            <a:pPr>
              <a:defRPr sz="2000"/>
            </a:pPr>
            <a:r>
              <a:t>Kopumā rezultātu kvalitāte atbilst prasībām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Veiktspējas rezultāti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100 concurrent: p95 = 103ms, req/s ≈ 2788</a:t>
            </a:r>
          </a:p>
          <a:p>
            <a:pPr>
              <a:defRPr sz="2000"/>
            </a:pPr>
            <a:r>
              <a:t>1000 concurrent: p95 = 787ms, req/s ≈ 3093</a:t>
            </a:r>
          </a:p>
          <a:p>
            <a:pPr>
              <a:defRPr sz="2000"/>
            </a:pPr>
            <a:r>
              <a:t>Errors = 0, Timeouts = 0</a:t>
            </a:r>
          </a:p>
          <a:p>
            <a:pPr>
              <a:defRPr sz="2000"/>
            </a:pPr>
            <a:r>
              <a:t>NFR “&lt;200ms” un “1000+ vienlaicīgi” izpildīti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Atmiņa un indeksa izmērs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Product data: 3.92 MB, index: 2.84 MB</a:t>
            </a:r>
          </a:p>
          <a:p>
            <a:pPr>
              <a:defRPr sz="2000"/>
            </a:pPr>
            <a:r>
              <a:t>Indeksu/datu attiecība: 72.31% (&lt;=150% kritērijs izpildīts)</a:t>
            </a:r>
          </a:p>
          <a:p>
            <a:pPr>
              <a:defRPr sz="2000"/>
            </a:pPr>
            <a:r>
              <a:t>Projekcija uz 100K: data ~39.12 MB, index ~28.29 MB</a:t>
            </a:r>
          </a:p>
          <a:p>
            <a:pPr>
              <a:defRPr sz="2000"/>
            </a:pPr>
            <a:r>
              <a:t>RAM kritērijs izvērtēts ar konservatīvu lineāru pieeju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Koda kvalitāte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Modulāra struktūra: routes/lib/scripts</a:t>
            </a:r>
          </a:p>
          <a:p>
            <a:pPr>
              <a:defRPr sz="2000"/>
            </a:pPr>
            <a:r>
              <a:t>Validācija un kļūdu apstrāde: 400/500 scenāriji</a:t>
            </a:r>
          </a:p>
          <a:p>
            <a:pPr>
              <a:defRPr sz="2000"/>
            </a:pPr>
            <a:r>
              <a:t>Efektivitāte: cache, fallback, request coalescing</a:t>
            </a:r>
          </a:p>
          <a:p>
            <a:pPr>
              <a:defRPr sz="2000"/>
            </a:pPr>
            <a:r>
              <a:t>Testējamība: atkārtojami skripti un dokumentēti rezultāti</a:t>
            </a:r>
          </a:p>
          <a:p>
            <a:pPr>
              <a:defRPr sz="2000"/>
            </a:pPr>
            <a:r>
              <a:t>Koda kvalitātes sadaļa: 18/18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Rubrikas rezultāts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Funkcionālā pilnība: 21/21</a:t>
            </a:r>
          </a:p>
          <a:p>
            <a:pPr>
              <a:defRPr sz="2000"/>
            </a:pPr>
            <a:r>
              <a:t>Nefunkcionālās prasības: 15/15</a:t>
            </a:r>
          </a:p>
          <a:p>
            <a:pPr>
              <a:defRPr sz="2000"/>
            </a:pPr>
            <a:r>
              <a:t>Koda kvalitāte: 18/18</a:t>
            </a:r>
          </a:p>
          <a:p>
            <a:pPr>
              <a:defRPr sz="2000"/>
            </a:pPr>
            <a:r>
              <a:t>Algoritma efektivitāte: 15/15</a:t>
            </a:r>
          </a:p>
          <a:p>
            <a:pPr>
              <a:defRPr sz="2000"/>
            </a:pPr>
            <a:r>
              <a:t>Testēšana: 12/12</a:t>
            </a:r>
          </a:p>
          <a:p>
            <a:pPr>
              <a:defRPr sz="2000"/>
            </a:pPr>
            <a:r>
              <a:t>KOPĀ: 81/81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Demo secība aizstāvēšanai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1) Parādīt /api/products ar filtriem un kārtošanu</a:t>
            </a:r>
          </a:p>
          <a:p>
            <a:pPr>
              <a:defRPr sz="2000"/>
            </a:pPr>
            <a:r>
              <a:t>2) Parādīt autocomplete un typo tolerance</a:t>
            </a:r>
          </a:p>
          <a:p>
            <a:pPr>
              <a:defRPr sz="2000"/>
            </a:pPr>
            <a:r>
              <a:t>3) Atvērt throughput rezultātus (p95, concurrency)</a:t>
            </a:r>
          </a:p>
          <a:p>
            <a:pPr>
              <a:defRPr sz="2000"/>
            </a:pPr>
            <a:r>
              <a:t>4) Atvērt precision rezultātus (P@10)</a:t>
            </a:r>
          </a:p>
          <a:p>
            <a:pPr>
              <a:defRPr sz="2000"/>
            </a:pPr>
            <a:r>
              <a:t>5) Atvērt resource rezultātus (index/data ratio)</a:t>
            </a:r>
          </a:p>
          <a:p>
            <a:pPr>
              <a:defRPr sz="2000"/>
            </a:pPr>
            <a:r>
              <a:t>6) Noslēgt ar rubrikas matricu un 81/81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Secinājumi un nākamie soļi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Sistēma atbilst kursa prasībām ar mērījumu pierādījumiem</a:t>
            </a:r>
          </a:p>
          <a:p>
            <a:pPr>
              <a:defRPr sz="2000"/>
            </a:pPr>
            <a:r>
              <a:t>Ja Docker būs pieejams: pievienot pilnu Meilisearch index-size mērījumu</a:t>
            </a:r>
          </a:p>
          <a:p>
            <a:pPr>
              <a:defRPr sz="2000"/>
            </a:pPr>
            <a:r>
              <a:t>Nākamais uzlabojums: relevance tuning un paplašināti query-scenāriji</a:t>
            </a:r>
          </a:p>
          <a:p>
            <a:pPr>
              <a:defRPr sz="2000"/>
            </a:pPr>
            <a:r>
              <a:t>Projekts gatavs iesniegšanai un aizstāvēšanai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