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E-komercijas produktu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meklesanas sistema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Algoritma izvele, kompleksitates analize un testu rezultati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49640" y="14173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10 024 produkti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SQLite + Prisma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SQL fallback + optional Meilisearch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6035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Datums: 2026-03-06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Uzdevums un prasibas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Funkcionalas un nefunkcionalas prasibas, kas noteica arhitekturu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48640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Teksta meklesana pec nosaukuma un apraksta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Filtri: kategorija, zimols, cena, pieejamiba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Kartosana pec relevances, cenas, popularitates, reitinga un datuma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Autocomplete, popularie termini un typo tolerance arhitekturas limeni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Merki: &lt;200 ms standarta meklejumam, 1000 vienlaicigi pieprasijumi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Atminas limits: &lt;= 4 GB uz 100K produktu, indekss &lt;= 150% no datiem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37960" y="12344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Datu modelis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2280" y="18745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Product: id, name, description, category, brand, price, inStock, rating, createdAt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Papildu lauki meklei: type, cpuBrand, cpu, gpuBrand, gpu, ram, storage, screen, popularity, tags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 izvele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Izveleta hibrida pieeja: SQL meklesana ar inverteta indeksa arhitekturas virzienu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85216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Pamata dzinejs: SQL meklesana ar indeksiem un tokenu sadalisanu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Papildiespeja: Meilisearch ar BM25 un typo tolerance augstai slodzei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Redis kess populariem pieprasijumiem un ieteikumiem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Request coalescing novers dubultu identisku meklejumu izpildi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Fallback strategija nodrosina darbibu pat bez Redis un Meilisearch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20840" y="1188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Alternativu salidzinajums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4983480" cy="3749040"/>
        </p:xfrm>
        <a:graphic>
          <a:graphicData uri="http://schemas.openxmlformats.org/drawingml/2006/table">
            <a:tbl>
              <a:tblPr/>
              <a:tblGrid>
                <a:gridCol w="1645920"/>
                <a:gridCol w="3337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Variants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Vertejums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SQL ILIKE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Vienkarsa, bet vaja relevance un typo tolerance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PostgreSQL FTS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Labs, bet prasa PostgreSQL un papildus konfiguraciju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Trie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Lieliski autocomplete, neder pilnai meklei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Meilisearch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Labakais produkcija, bet areja atkariba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Izvele: SQL + optional Meili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Labakais balanss starp vienkarsibu un merogojamibu</a:t>
                      </a:r>
                      <a:endParaRPr lang="en-US" sz="11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Arhitektura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API, kessa un datu glabasanas slani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084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Frontend UI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97480" y="1993392"/>
            <a:ext cx="50292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14300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89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/api/products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/api/search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32461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4930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In-memory cache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77840" y="1993392"/>
            <a:ext cx="50292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14300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3898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Redis (optional)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441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SQLite + Prisma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4930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Meilisearch optional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Galvenais princips: ja arejie servisi nav pieejami, sistema turpina stradat ar SQL fallback un bez krasiem.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Kompleksitates analize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Galvenie laika un vietas novertejumi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0972800" cy="324612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6309360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Operaciona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Sarezgitiba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Piezime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Tokenu sadalisana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O(T)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Parasti 1-4 tokeni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Filtri ar indeksiem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O(F log N)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B-tree uz filtrejamiem laukiem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Teksta contains meklesana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O(N * L)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Sliktaka gadijuma pilna skenesana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Kartosana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O(M log M)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Pec rezultatu kopas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Cache hit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Map vai Redis GET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Meili meklesana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O(T + M log M)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Invertetais indekss + relevance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8463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5010912"/>
            <a:ext cx="109728" cy="7223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5047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Labakais scenarijs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15568" y="5303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O(1)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154680" y="4846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9272" y="5010912"/>
            <a:ext cx="109728" cy="7223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38728" y="5047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Videjais scenarijs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38728" y="5303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O(T + F log N + K)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897880" y="4846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62472" y="5010912"/>
            <a:ext cx="109728" cy="7223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1928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Sliktakais scenarijs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81928" y="5303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O(N * T * L + N log N)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869680" y="48463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34272" y="5010912"/>
            <a:ext cx="109728" cy="7223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3728" y="5047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Index/data ratio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53728" y="5303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66.67%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Testu dati un metodika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10K+ produktu sintesiska kopa un vairaki merijumu scenariji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8521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10 000 genereeti produkti + 24 seed produkti = 10 024 ieraksti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18 zimoli, 4 kategorijas, 4 iericu tipi, 3 CPU zimoli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Cenu diapazons: 499-3499, RAM 8-64 GB, storage 256-2048 GB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Pieejamiba: 85% in_stock, 15% preorder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Precision tests: 10 vaicajumi x 20 iteracijas = 200 merijumi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Throughput: autocannon ar 100 un 1000 vienlaicigiem savienojumiem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371600"/>
          <a:ext cx="429768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Metrika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Vertiba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Produktu skaits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10 024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Iteracijas uz vaicajumu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Precision metrika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Precision@10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Throughput ilgums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15 s katram scenarijam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DB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SQLite ar Prisma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Node.js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v24.14.0</a:t>
                      </a:r>
                      <a:endParaRPr lang="en-US" sz="12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Precizitates rezultati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SQL dzineja relevance un latentums 200 merijumos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Precision@10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0.90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p50 latency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0168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2.53 ms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p95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31.79 ms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75320" y="12344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9912" y="1399032"/>
            <a:ext cx="109728" cy="7680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9368" y="1435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Max latency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59368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70.08 ms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697480"/>
          <a:ext cx="9738360" cy="3383280"/>
        </p:xfrm>
        <a:graphic>
          <a:graphicData uri="http://schemas.openxmlformats.org/drawingml/2006/table">
            <a:tbl>
              <a:tblPr/>
              <a:tblGrid>
                <a:gridCol w="5029200"/>
                <a:gridCol w="2011680"/>
                <a:gridCol w="1828800"/>
              </a:tblGrid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Vaicajums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ms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P@10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lenovo laptop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6.99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dell desktop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4.87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gaming nvidia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2.29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intel i7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1.96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amd ryzen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2.32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apple m3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2.03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office mini-pc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2.57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asus laptop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5.04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preorder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36.31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electronics all-in-one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2.24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Caurlaides speja un resursi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Merijumi pie 100 un 1000 vienlaicigiem pieprasijumiem, plus atminas novertejums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@100 p95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52 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1435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@1000 req/s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04488" y="1691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3137.80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92240" y="12344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Node RSS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76288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95.19 MB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98280" y="12344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62872" y="1399032"/>
            <a:ext cx="10972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Projected 100K RSS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82328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~950 MB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562356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105156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Scenarijs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ms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p95 ms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Req/s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Errors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 concurrent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31.42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52.00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3131.27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1000 concurrent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315.25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474.00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3137.80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743200"/>
          <a:ext cx="4297680" cy="237744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Resurss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Vertiba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SQLite DB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5.90 MB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Data size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3.54 MB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Index size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2.36 MB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Index/data ratio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66.67%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Projected DB @100K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58.88 MB</a:t>
                      </a:r>
                      <a:endParaRPr lang="en-US" sz="11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Secinajumi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Rezultatu interpretacija un turpmakie uzlabojumi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109728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Sistema izpilda galvenas funkcionalas prasibas: teksta meklesana, filtri, kartosana un autocomplete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Veiktspeja atbilst merkim standarta scenarija: p95 = 31.79 ms, kas ir stipri zem 200 ms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1000 vienlaicigi pieprasijumi tika apstradati bez kludam un timeoutiem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Atminas un indeksu prasibas ir izpilditas: ~950 MB uz 100K produktu un 66.67% index/data ratio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Vajaka vieta ir preorder vaicajums; to var uzlabot ar plasaku search lauku kopu vai Meilisearch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Produkcijas uzlabojumi: aktivizet Meilisearch, saglabat popularos terminus Redis un izmantot PostgreSQL/GIN, ja nepieciesams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Galvenais secinajums: izveleta hibrida arhitektura ir praktiska, pietiekami atri darbojas ar 10K produktu kopu un ir skaidri merogojama talak.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vochdemo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E-komercijas produktu meklesanas sistema</dc:title>
  <dc:subject>E-komercijas produktu meklesanas sistema</dc:subject>
  <dc:creator>GitHub Copilot</dc:creator>
  <cp:lastModifiedBy>GitHub Copilot</cp:lastModifiedBy>
  <cp:revision>1</cp:revision>
  <dcterms:created xsi:type="dcterms:W3CDTF">2026-03-06T11:57:14Z</dcterms:created>
  <dcterms:modified xsi:type="dcterms:W3CDTF">2026-03-06T11:57:14Z</dcterms:modified>
</cp:coreProperties>
</file>